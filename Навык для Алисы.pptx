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36D2C-922E-4DBE-88A8-2DCD733B5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549F7D-12B2-4F5A-8C0F-256BBC934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189888-604B-4F36-BD81-9299F2E9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70DE10-CDF6-4462-9ED0-9333E6AF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281DBF-17E9-4B3F-A272-CD7B66A0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883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25D95-282F-4199-B493-82CCCF15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9A460C-E9F3-42F8-B80B-200176FF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357874-0D2C-40DD-BEA5-E4D2A680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780B3F-AC17-43E0-B382-37AA11DB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BCC728-54A2-4D94-BA5C-695F6B33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55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9C946-CD18-41E0-8E6D-E3B407F27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7037EB-5FD6-4DD9-BCD5-2B9B329E2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998029-5652-4F11-AD23-9C2150A8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831D51-CCD9-4BD9-A8E0-0F45745F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4677CC-5416-42BE-A2AA-99C4BA65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153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6EE5A-5E4E-4A0D-A1AE-2ED4769E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A578FE-817C-4354-9FB3-AD4E4A68A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6F9BD8-3DAE-4E72-885F-9D52FAA62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881CA4-9F43-45A2-864B-A43E034B8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AAA25D-87EC-49D8-BDE8-6934C8A6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477F88-7104-409E-A134-2910CF6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70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86CE58-9E6C-4D80-A589-1E7C3828D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12772E-8960-4A72-BF07-09F045D0F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7B7EA2-DB9A-48A7-A4E0-9A5EABE8D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CF7A4A-4E8D-4FEF-BF49-DAC14C444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4F23554-C574-4C17-8AD9-BCD1E0202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DBE61C-89D8-4553-B77C-1A08CB13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475D8B5-48A1-4DA1-8F08-7F0633DAA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F65067-E22F-4EC6-A0A4-F26D00F4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80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9C65F0-B20F-4A55-933E-6919FAE7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9E0065-9244-4DDD-A970-A863AF6C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BDE054-34CA-4AC2-AF84-C7D724255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4B1DB6-39C6-46FA-B717-27758D40C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983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36CDD1-60A1-4B86-AB86-C7635A36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899E896-494B-43D6-A025-E87773F0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06C583-4757-48B7-9BBD-B9EA602C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3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D8688-4EDB-484C-A635-02FB1CBC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070B45-5203-428B-9756-116D151ED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DD254E-1575-4F2C-A750-CD76EF3DC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323D32-3FB0-4C19-80E3-BA281F5A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CC62A8-24E5-4EDF-A983-394020521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BD37D5-08DB-443D-B0C2-9F0253D7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38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C4C9F-AF99-4584-A8DF-382F09F8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686EA4-6EFD-40F5-924F-797C53A087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70B591-02B4-42FF-9E8C-C293EB9EF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427AD4-5699-4E0F-A72F-67613818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366B3B-93A6-4F43-BB6C-FDFC4AE6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7EF03A-D1FF-4B7A-98B7-39C36A52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01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8893E-73F2-4418-879C-491A5A1AD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238636-7397-497A-83FE-306562126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A538E8-2A21-412A-9F49-0F284DE28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35141D-B799-4E94-8034-B020846A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53288E-38F6-4E5B-BC75-697F51015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8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1A0C4D-D145-4C7F-84C2-E1F451E86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758250-3A76-4F99-ADA8-4053BEB45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840DD5-DBF1-47C1-8E19-50867E84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4480AE-9FE0-4281-B433-CD090CBC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82F07A-D7F1-415E-896B-702A90ED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1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11261-6781-4DBC-BA56-BF75833B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F023AC-E97B-4376-B3E0-7A27878BE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060BD3-5241-4339-A5C6-C99A2CE80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2AD9D-AFF2-48E6-9CED-92F107A406E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BB17E-10C6-44EA-972D-84D2608FF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95241D-0327-4268-B969-86604D498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058C7-C706-47CA-BD8E-77FE58AA4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46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B8B66-EDE7-4A59-A495-055D3830A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Навык для Алисы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40DE02-E982-4116-A5F3-CB854895B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От утки и </a:t>
            </a:r>
            <a:r>
              <a:rPr lang="en-US" dirty="0" err="1"/>
              <a:t>deadinside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2182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8D723-A417-4A44-B03C-AF9FE1AD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Давным-давно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AF3B2B-B312-45B0-B657-3043F4FD8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Двое </a:t>
            </a:r>
            <a:r>
              <a:rPr lang="ru-RU" dirty="0" err="1"/>
              <a:t>бравл</a:t>
            </a:r>
            <a:r>
              <a:rPr lang="ru-RU" dirty="0"/>
              <a:t> </a:t>
            </a:r>
            <a:r>
              <a:rPr lang="ru-RU" dirty="0" err="1"/>
              <a:t>старсеров</a:t>
            </a:r>
            <a:r>
              <a:rPr lang="ru-RU" dirty="0"/>
              <a:t> не могли найти себе игру, потому что тупые.</a:t>
            </a:r>
          </a:p>
          <a:p>
            <a:pPr marL="0" indent="0">
              <a:buNone/>
            </a:pPr>
            <a:r>
              <a:rPr lang="ru-RU" dirty="0"/>
              <a:t>Они поняли, кто, как не они спасут мир от этого хаоса? В круговороте самых разных сценариев они пришли к мысли, а затем к идее. Идее создать навык для Алисы, чтобы он делал ничего, но выглядел круто. А потом они проснулись на опушке в лесу, рядом с мухоморами……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P.S. </a:t>
            </a:r>
            <a:r>
              <a:rPr lang="ru-RU" dirty="0"/>
              <a:t>В итоге он не крутой и не рабочий…..</a:t>
            </a:r>
          </a:p>
        </p:txBody>
      </p:sp>
    </p:spTree>
    <p:extLst>
      <p:ext uri="{BB962C8B-B14F-4D97-AF65-F5344CB8AC3E}">
        <p14:creationId xmlns:p14="http://schemas.microsoft.com/office/powerpoint/2010/main" val="409842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B9FD6-9832-4D39-9311-08B9CE60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есть?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331E49-85D1-4A18-86CD-10F18E0AD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inherit"/>
              </a:rPr>
              <a:t>Ключевые функции </a:t>
            </a:r>
          </a:p>
          <a:p>
            <a:r>
              <a:rPr lang="ru-RU" b="0" i="0" dirty="0">
                <a:effectLst/>
                <a:latin typeface="inherit"/>
              </a:rPr>
              <a:t>Поиск цен</a:t>
            </a:r>
            <a:r>
              <a:rPr lang="en-US" b="0" i="0" dirty="0">
                <a:effectLst/>
                <a:latin typeface="inherit"/>
              </a:rPr>
              <a:t>:</a:t>
            </a:r>
            <a:r>
              <a:rPr lang="ru-RU" b="0" i="0" dirty="0">
                <a:effectLst/>
                <a:latin typeface="inherit"/>
              </a:rPr>
              <a:t> Мгновенный запрос к </a:t>
            </a:r>
            <a:r>
              <a:rPr lang="ru-RU" b="0" i="0" dirty="0" err="1">
                <a:effectLst/>
                <a:latin typeface="inherit"/>
              </a:rPr>
              <a:t>CheapShark</a:t>
            </a:r>
            <a:r>
              <a:rPr lang="ru-RU" b="0" i="0" dirty="0">
                <a:effectLst/>
                <a:latin typeface="inherit"/>
              </a:rPr>
              <a:t> для получения актуальных сделок. </a:t>
            </a:r>
            <a:endParaRPr lang="en-US" b="0" i="0" dirty="0">
              <a:effectLst/>
              <a:latin typeface="inherit"/>
            </a:endParaRPr>
          </a:p>
          <a:p>
            <a:r>
              <a:rPr lang="ru-RU" b="0" i="0" dirty="0">
                <a:effectLst/>
                <a:latin typeface="inherit"/>
              </a:rPr>
              <a:t>Распродажи</a:t>
            </a:r>
            <a:r>
              <a:rPr lang="en-US" b="0" i="0" dirty="0">
                <a:effectLst/>
                <a:latin typeface="inherit"/>
              </a:rPr>
              <a:t>:</a:t>
            </a:r>
            <a:r>
              <a:rPr lang="ru-RU" b="0" i="0" dirty="0">
                <a:effectLst/>
                <a:latin typeface="inherit"/>
              </a:rPr>
              <a:t> График предстоящих акций </a:t>
            </a:r>
            <a:r>
              <a:rPr lang="ru-RU" b="0" i="0" dirty="0" err="1">
                <a:effectLst/>
                <a:latin typeface="inherit"/>
              </a:rPr>
              <a:t>Steam</a:t>
            </a:r>
            <a:r>
              <a:rPr lang="ru-RU" b="0" i="0" dirty="0">
                <a:effectLst/>
                <a:latin typeface="inherit"/>
              </a:rPr>
              <a:t>, </a:t>
            </a:r>
            <a:r>
              <a:rPr lang="ru-RU" b="0" i="0" dirty="0" err="1">
                <a:effectLst/>
                <a:latin typeface="inherit"/>
              </a:rPr>
              <a:t>Epic</a:t>
            </a:r>
            <a:r>
              <a:rPr lang="ru-RU" b="0" i="0" dirty="0">
                <a:effectLst/>
                <a:latin typeface="inherit"/>
              </a:rPr>
              <a:t> и GOG.</a:t>
            </a:r>
            <a:endParaRPr lang="en-US" b="0" i="0" dirty="0">
              <a:effectLst/>
              <a:latin typeface="inherit"/>
            </a:endParaRPr>
          </a:p>
          <a:p>
            <a:r>
              <a:rPr lang="ru-RU" b="0" i="0" dirty="0">
                <a:effectLst/>
                <a:latin typeface="inherit"/>
              </a:rPr>
              <a:t> Избранное</a:t>
            </a:r>
            <a:r>
              <a:rPr lang="en-US" b="0" i="0" dirty="0">
                <a:effectLst/>
                <a:latin typeface="inherit"/>
              </a:rPr>
              <a:t>:</a:t>
            </a:r>
            <a:r>
              <a:rPr lang="ru-RU" b="0" i="0" dirty="0">
                <a:effectLst/>
                <a:latin typeface="inherit"/>
              </a:rPr>
              <a:t> Сохранение желаемых </a:t>
            </a:r>
            <a:r>
              <a:rPr lang="ru-RU" b="0" i="0" dirty="0" err="1">
                <a:effectLst/>
                <a:latin typeface="inherit"/>
              </a:rPr>
              <a:t>тайтлов</a:t>
            </a:r>
            <a:r>
              <a:rPr lang="ru-RU" b="0" i="0" dirty="0">
                <a:effectLst/>
                <a:latin typeface="inherit"/>
              </a:rPr>
              <a:t> в персональный список. </a:t>
            </a:r>
            <a:endParaRPr lang="en-US" b="0" i="0" dirty="0">
              <a:effectLst/>
              <a:latin typeface="inherit"/>
            </a:endParaRPr>
          </a:p>
          <a:p>
            <a:r>
              <a:rPr lang="ru-RU" b="0" i="0" dirty="0">
                <a:effectLst/>
                <a:latin typeface="inherit"/>
              </a:rPr>
              <a:t>Игра дня</a:t>
            </a:r>
            <a:r>
              <a:rPr lang="en-US" b="0" i="0" dirty="0">
                <a:effectLst/>
                <a:latin typeface="inherit"/>
              </a:rPr>
              <a:t>:</a:t>
            </a:r>
            <a:r>
              <a:rPr lang="ru-RU" b="0" i="0" dirty="0">
                <a:effectLst/>
                <a:latin typeface="inherit"/>
              </a:rPr>
              <a:t> Умные рекомендации на основе рейтинга </a:t>
            </a:r>
            <a:r>
              <a:rPr lang="ru-RU" b="0" i="0" dirty="0" err="1">
                <a:effectLst/>
                <a:latin typeface="inherit"/>
              </a:rPr>
              <a:t>Metacritic</a:t>
            </a:r>
            <a:r>
              <a:rPr lang="ru-RU" b="0" i="0" dirty="0">
                <a:effectLst/>
                <a:latin typeface="inherit"/>
              </a:rPr>
              <a:t>.</a:t>
            </a:r>
            <a:endParaRPr lang="en-US" b="0" i="0" dirty="0">
              <a:effectLst/>
              <a:latin typeface="inherit"/>
            </a:endParaRPr>
          </a:p>
          <a:p>
            <a:r>
              <a:rPr lang="ru-RU" b="0" i="0" dirty="0">
                <a:effectLst/>
                <a:latin typeface="inherit"/>
              </a:rPr>
              <a:t>Поиск по категориям</a:t>
            </a:r>
            <a:r>
              <a:rPr lang="en-US" b="0" i="0" dirty="0">
                <a:effectLst/>
                <a:latin typeface="inherit"/>
              </a:rPr>
              <a:t>: </a:t>
            </a:r>
            <a:r>
              <a:rPr lang="ru-RU" b="0" i="0" dirty="0">
                <a:effectLst/>
                <a:latin typeface="inherit"/>
              </a:rPr>
              <a:t>хоррор, шутер, РПГ и т.д.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63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8A8C35A-DE5B-4D93-864C-BCE0FCF00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49365" cy="353641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C3C10E-4828-4047-9BEC-78B1F714D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910" y="0"/>
            <a:ext cx="3772179" cy="35364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1A13A7-C377-4EFB-8D91-057A13A06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939" y="0"/>
            <a:ext cx="3768061" cy="35364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0E6EA9-B553-4DD9-8AB9-A26F29E27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344" y="3267380"/>
            <a:ext cx="3842042" cy="35906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F31689-1326-4888-BED7-05147280E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7407" y="3293004"/>
            <a:ext cx="3749364" cy="359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34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C73B1-9C17-42A9-8C98-AB160274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Уникальность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D499DC-224F-4E40-9A7D-FB86EC140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 fontAlgn="base">
              <a:buNone/>
            </a:pPr>
            <a:r>
              <a:rPr lang="ru-RU" b="0" i="0" dirty="0">
                <a:effectLst/>
                <a:latin typeface="inherit"/>
              </a:rPr>
              <a:t>Автоматическая конвертация валют</a:t>
            </a:r>
          </a:p>
          <a:p>
            <a:pPr marL="0" indent="0" algn="l" fontAlgn="base">
              <a:buNone/>
            </a:pPr>
            <a:r>
              <a:rPr lang="ru-RU" dirty="0">
                <a:latin typeface="inherit"/>
              </a:rPr>
              <a:t>Н</a:t>
            </a:r>
            <a:r>
              <a:rPr lang="ru-RU" b="0" i="0" dirty="0">
                <a:effectLst/>
                <a:latin typeface="inherit"/>
              </a:rPr>
              <a:t>авык не заставляет пользователя считать в уме. Интеграция с API Центробанка РФ позволяет переводить цены из долларов в рубли в реальном времени. Это критически важно для регионального рынка, так как курсы постоянно меняются.</a:t>
            </a:r>
          </a:p>
          <a:p>
            <a:pPr marL="0" indent="0" algn="l" fontAlgn="base">
              <a:buNone/>
            </a:pPr>
            <a:r>
              <a:rPr lang="ru-RU" b="0" i="0" dirty="0">
                <a:effectLst/>
                <a:latin typeface="inherit"/>
              </a:rPr>
              <a:t>Игровая прогрессия пользователя</a:t>
            </a:r>
          </a:p>
          <a:p>
            <a:pPr marL="0" indent="0" algn="l" fontAlgn="base">
              <a:buNone/>
            </a:pPr>
            <a:r>
              <a:rPr lang="ru-RU" b="0" i="0" dirty="0">
                <a:effectLst/>
                <a:latin typeface="inherit"/>
              </a:rPr>
              <a:t>Добавили элементы геймификации прямо в код. Система рангов (от «Новичка» до «Легенды распродаж») превращает обычный поиск цен в мини-игру. Это заставляет пользователей возвращаться к навыку чаще (наверное), чтобы «прокачать» свой статус.</a:t>
            </a:r>
          </a:p>
          <a:p>
            <a:pPr marL="0" indent="0" algn="l" fontAlgn="base">
              <a:buNone/>
            </a:pPr>
            <a:r>
              <a:rPr lang="ru-RU" b="0" i="0" dirty="0">
                <a:effectLst/>
                <a:latin typeface="inherit"/>
              </a:rPr>
              <a:t>Агрегация «Игра дня» и Распродажи</a:t>
            </a:r>
          </a:p>
          <a:p>
            <a:pPr marL="0" indent="0" algn="l" fontAlgn="base">
              <a:buNone/>
            </a:pPr>
            <a:r>
              <a:rPr lang="ru-RU" b="0" i="0" dirty="0">
                <a:effectLst/>
                <a:latin typeface="inherit"/>
              </a:rPr>
              <a:t>Навык не просто ждет запроса, он может сам предложить контент. Модуль «Игра дня» анализирует лучшие предложения и подбирает игры с высоким рейтингом </a:t>
            </a:r>
            <a:r>
              <a:rPr lang="ru-RU" b="0" i="0" dirty="0" err="1">
                <a:effectLst/>
                <a:latin typeface="inherit"/>
              </a:rPr>
              <a:t>Metacritic</a:t>
            </a:r>
            <a:r>
              <a:rPr lang="ru-RU" b="0" i="0" dirty="0">
                <a:effectLst/>
                <a:latin typeface="inherit"/>
              </a:rPr>
              <a:t>, помогая пользователю определиться с выбором, когда он сам не знает, во что поиграть.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3890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640D2-1FE7-426F-A3C7-93CFDD53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EE0DAA0-1B07-4F95-B78B-F055354E0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1375" y="1214437"/>
            <a:ext cx="4695825" cy="44196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4B10D84-5C1B-4319-BE29-75702D0A8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           Диалог пользователя и Алисы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                	 Кнопки пользователя</a:t>
            </a:r>
          </a:p>
          <a:p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D3431C5-53E3-40B6-A3B6-FE398EB59F27}"/>
              </a:ext>
            </a:extLst>
          </p:cNvPr>
          <p:cNvCxnSpPr/>
          <p:nvPr/>
        </p:nvCxnSpPr>
        <p:spPr>
          <a:xfrm>
            <a:off x="4157133" y="2209800"/>
            <a:ext cx="1938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7B6A55F-93A9-454F-849F-4BAC580CD4C7}"/>
              </a:ext>
            </a:extLst>
          </p:cNvPr>
          <p:cNvCxnSpPr/>
          <p:nvPr/>
        </p:nvCxnSpPr>
        <p:spPr>
          <a:xfrm>
            <a:off x="3776133" y="4622800"/>
            <a:ext cx="2145242" cy="211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88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F8DD6E-A3DE-4E14-9501-087CF695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использовалось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0497A7-2708-4C45-AED5-AC01D9051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gg sans"/>
              </a:rPr>
              <a:t>Flask</a:t>
            </a:r>
            <a:r>
              <a:rPr lang="ru-RU" b="0" i="0" dirty="0">
                <a:effectLst/>
                <a:latin typeface="gg sans"/>
              </a:rPr>
              <a:t> </a:t>
            </a:r>
            <a:r>
              <a:rPr lang="en-US" b="0" i="0" dirty="0">
                <a:effectLst/>
                <a:latin typeface="gg sans"/>
              </a:rPr>
              <a:t>2.3.3 </a:t>
            </a:r>
            <a:endParaRPr lang="ru-RU" b="0" i="0" dirty="0">
              <a:effectLst/>
              <a:latin typeface="gg sans"/>
            </a:endParaRPr>
          </a:p>
          <a:p>
            <a:r>
              <a:rPr lang="en-US" b="0" i="0" dirty="0">
                <a:effectLst/>
                <a:latin typeface="gg sans"/>
              </a:rPr>
              <a:t>Flask-</a:t>
            </a:r>
            <a:r>
              <a:rPr lang="en-US" b="0" i="0" dirty="0" err="1">
                <a:effectLst/>
                <a:latin typeface="gg sans"/>
              </a:rPr>
              <a:t>SQLAlchemy</a:t>
            </a:r>
            <a:r>
              <a:rPr lang="ru-RU" dirty="0">
                <a:latin typeface="gg sans"/>
              </a:rPr>
              <a:t> </a:t>
            </a:r>
            <a:r>
              <a:rPr lang="en-US" b="0" i="0" dirty="0">
                <a:effectLst/>
                <a:latin typeface="gg sans"/>
              </a:rPr>
              <a:t>3.1.1 </a:t>
            </a:r>
            <a:endParaRPr lang="ru-RU" b="0" i="0" dirty="0">
              <a:effectLst/>
              <a:latin typeface="gg sans"/>
            </a:endParaRPr>
          </a:p>
          <a:p>
            <a:r>
              <a:rPr lang="en-US" b="0" i="0" dirty="0">
                <a:effectLst/>
                <a:latin typeface="gg sans"/>
              </a:rPr>
              <a:t>Requests</a:t>
            </a:r>
            <a:r>
              <a:rPr lang="ru-RU" b="0" i="0" dirty="0">
                <a:effectLst/>
                <a:latin typeface="gg sans"/>
              </a:rPr>
              <a:t> </a:t>
            </a:r>
            <a:r>
              <a:rPr lang="en-US" b="0" i="0" dirty="0">
                <a:effectLst/>
                <a:latin typeface="gg sans"/>
              </a:rPr>
              <a:t>2.31.0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3271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47262BF-2A13-4D61-8E5C-05F26FBF7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07E459-E067-4D50-8661-828B6A9F0578}"/>
              </a:ext>
            </a:extLst>
          </p:cNvPr>
          <p:cNvSpPr txBox="1"/>
          <p:nvPr/>
        </p:nvSpPr>
        <p:spPr>
          <a:xfrm>
            <a:off x="4620339" y="3699933"/>
            <a:ext cx="2951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        Вот и сказочке конец!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(Вот что выводит по ссылке)</a:t>
            </a:r>
          </a:p>
        </p:txBody>
      </p:sp>
    </p:spTree>
    <p:extLst>
      <p:ext uri="{BB962C8B-B14F-4D97-AF65-F5344CB8AC3E}">
        <p14:creationId xmlns:p14="http://schemas.microsoft.com/office/powerpoint/2010/main" val="24829808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324</Words>
  <Application>Microsoft Office PowerPoint</Application>
  <PresentationFormat>Широкоэкранный</PresentationFormat>
  <Paragraphs>36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gg sans</vt:lpstr>
      <vt:lpstr>inherit</vt:lpstr>
      <vt:lpstr>Тема Office</vt:lpstr>
      <vt:lpstr>Навык для Алисы</vt:lpstr>
      <vt:lpstr>Давным-давно</vt:lpstr>
      <vt:lpstr>Что есть?</vt:lpstr>
      <vt:lpstr>Презентация PowerPoint</vt:lpstr>
      <vt:lpstr>Уникальность</vt:lpstr>
      <vt:lpstr>Интерфейс</vt:lpstr>
      <vt:lpstr>Что использовалось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Навык для Алисы</dc:title>
  <dc:creator>Олег Радченко</dc:creator>
  <cp:lastModifiedBy>Олег Радченко</cp:lastModifiedBy>
  <cp:revision>7</cp:revision>
  <dcterms:created xsi:type="dcterms:W3CDTF">2026-05-14T12:32:30Z</dcterms:created>
  <dcterms:modified xsi:type="dcterms:W3CDTF">2026-05-14T13:36:55Z</dcterms:modified>
</cp:coreProperties>
</file>